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청색 타임라인을 중심으로 대회 운영, 프로그램, 시상 부문을 위에서 아래로 읽는 구성. 원본의 전체 90분은 개별 시간 합계와 차이가 있어 약 90분(안)으로 표기.
사용 글꼴: Noto Sans KR. 원본 기준일: 2026-10-13.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"/>
          <p:cNvSpPr/>
          <p:nvPr/>
        </p:nvSpPr>
        <p:spPr>
          <a:xfrm>
            <a:off x="487680" y="320040"/>
            <a:ext cx="53340" cy="381000"/>
          </a:xfrm>
          <a:prstGeom prst="roundRect">
            <a:avLst>
              <a:gd name="adj" fmla="val 42857"/>
            </a:avLst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3" name="2026년 품질팀 AI 실행 결과 발표 대회 (안)"/>
          <p:cNvSpPr txBox="1"/>
          <p:nvPr/>
        </p:nvSpPr>
        <p:spPr>
          <a:xfrm>
            <a:off x="678180" y="274320"/>
            <a:ext cx="10972800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2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품질팀 AI 실행 결과 발표 대회 (안)</a:t>
            </a:r>
            <a:endParaRPr lang="ko-KR" sz="2520" dirty="0"/>
          </a:p>
        </p:txBody>
      </p:sp>
      <p:sp>
        <p:nvSpPr>
          <p:cNvPr id="4" name="AI를 학습하는 단계에서, 활용하고 성과 내는 AI로"/>
          <p:cNvSpPr txBox="1"/>
          <p:nvPr/>
        </p:nvSpPr>
        <p:spPr>
          <a:xfrm>
            <a:off x="487680" y="815340"/>
            <a:ext cx="9601200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학습하는 단계에서, 활용하고 성과 내는 AI로</a:t>
            </a:r>
            <a:endParaRPr lang="ko-KR" sz="1620" dirty="0"/>
          </a:p>
        </p:txBody>
      </p:sp>
      <p:sp>
        <p:nvSpPr>
          <p:cNvPr id="5" name="2026.10.13."/>
          <p:cNvSpPr txBox="1"/>
          <p:nvPr/>
        </p:nvSpPr>
        <p:spPr>
          <a:xfrm>
            <a:off x="10134600" y="853440"/>
            <a:ext cx="156972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2026.10.13.</a:t>
            </a:r>
            <a:endParaRPr lang="ko-KR" sz="1140" dirty="0"/>
          </a:p>
        </p:txBody>
      </p:sp>
      <p:sp>
        <p:nvSpPr>
          <p:cNvPr id="6" name="AI 우수 과제 및 AI 활용 역량 향상 사례 공유를 통한 품질팀 AI 실천 문화"/>
          <p:cNvSpPr txBox="1"/>
          <p:nvPr/>
        </p:nvSpPr>
        <p:spPr>
          <a:xfrm>
            <a:off x="487680" y="1188720"/>
            <a:ext cx="1121664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우수 과제 및 AI 활용 역량 향상 사례 공유를 통한 품질팀 AI 실천 문화 확산</a:t>
            </a:r>
            <a:endParaRPr lang="ko-KR" sz="1380" dirty="0"/>
          </a:p>
        </p:txBody>
      </p:sp>
      <p:sp>
        <p:nvSpPr>
          <p:cNvPr id="7" name="line_5"/>
          <p:cNvSpPr/>
          <p:nvPr/>
        </p:nvSpPr>
        <p:spPr>
          <a:xfrm>
            <a:off x="487680" y="1577340"/>
            <a:ext cx="11216640" cy="0"/>
          </a:xfrm>
          <a:prstGeom prst="line">
            <a:avLst/>
          </a:prstGeom>
          <a:noFill/>
          <a:ln w="1143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8" name="rect_6"/>
          <p:cNvSpPr/>
          <p:nvPr/>
        </p:nvSpPr>
        <p:spPr>
          <a:xfrm>
            <a:off x="487680" y="1760220"/>
            <a:ext cx="11216640" cy="861060"/>
          </a:xfrm>
          <a:prstGeom prst="roundRect">
            <a:avLst>
              <a:gd name="adj" fmla="val 8850"/>
            </a:avLst>
          </a:prstGeom>
          <a:solidFill>
            <a:srgbClr val="F5F8FD"/>
          </a:solidFill>
          <a:ln w="12700">
            <a:solidFill>
              <a:srgbClr val="F5F8FD">
                <a:alpha val="0"/>
              </a:srgbClr>
            </a:solidFill>
            <a:prstDash val="solid"/>
          </a:ln>
        </p:spPr>
      </p:sp>
      <p:sp>
        <p:nvSpPr>
          <p:cNvPr id="9" name="rect_7"/>
          <p:cNvSpPr/>
          <p:nvPr/>
        </p:nvSpPr>
        <p:spPr>
          <a:xfrm>
            <a:off x="487680" y="1760220"/>
            <a:ext cx="11216640" cy="3048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10" name="예선  ·  10월까지"/>
          <p:cNvSpPr txBox="1"/>
          <p:nvPr/>
        </p:nvSpPr>
        <p:spPr>
          <a:xfrm>
            <a:off x="655320" y="1920240"/>
            <a:ext cx="33375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예선  ·  10월까지</a:t>
            </a:r>
            <a:endParaRPr lang="ko-KR" sz="1320" dirty="0"/>
          </a:p>
        </p:txBody>
      </p:sp>
      <p:sp>
        <p:nvSpPr>
          <p:cNvPr id="11" name="그룹·PJT별 우수 과제 1~2건 추천"/>
          <p:cNvSpPr txBox="1"/>
          <p:nvPr/>
        </p:nvSpPr>
        <p:spPr>
          <a:xfrm>
            <a:off x="655320" y="2225040"/>
            <a:ext cx="344424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그룹·PJT별 우수 과제 1~2건 추천</a:t>
            </a:r>
            <a:endParaRPr lang="ko-KR" sz="1380" dirty="0"/>
          </a:p>
        </p:txBody>
      </p:sp>
      <p:sp>
        <p:nvSpPr>
          <p:cNvPr id="12" name="line_10"/>
          <p:cNvSpPr/>
          <p:nvPr/>
        </p:nvSpPr>
        <p:spPr>
          <a:xfrm>
            <a:off x="4175760" y="1958340"/>
            <a:ext cx="0" cy="480060"/>
          </a:xfrm>
          <a:prstGeom prst="line">
            <a:avLst/>
          </a:prstGeom>
          <a:noFill/>
          <a:ln w="1143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13" name="본선  ·  11월 2주"/>
          <p:cNvSpPr txBox="1"/>
          <p:nvPr/>
        </p:nvSpPr>
        <p:spPr>
          <a:xfrm>
            <a:off x="4381500" y="1920240"/>
            <a:ext cx="31851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 ·  11월 2주</a:t>
            </a:r>
            <a:endParaRPr lang="ko-KR" sz="1320" dirty="0"/>
          </a:p>
        </p:txBody>
      </p:sp>
      <p:sp>
        <p:nvSpPr>
          <p:cNvPr id="14" name="우수 과제 5~7건 발표"/>
          <p:cNvSpPr txBox="1"/>
          <p:nvPr/>
        </p:nvSpPr>
        <p:spPr>
          <a:xfrm>
            <a:off x="4381500" y="2225040"/>
            <a:ext cx="31851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과제 5~7건 발표</a:t>
            </a:r>
            <a:endParaRPr lang="ko-KR" sz="1380" dirty="0"/>
          </a:p>
        </p:txBody>
      </p:sp>
      <p:sp>
        <p:nvSpPr>
          <p:cNvPr id="15" name="line_13"/>
          <p:cNvSpPr/>
          <p:nvPr/>
        </p:nvSpPr>
        <p:spPr>
          <a:xfrm>
            <a:off x="7901940" y="1958340"/>
            <a:ext cx="0" cy="480060"/>
          </a:xfrm>
          <a:prstGeom prst="line">
            <a:avLst/>
          </a:prstGeom>
          <a:noFill/>
          <a:ln w="1143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16" name="심사위원"/>
          <p:cNvSpPr txBox="1"/>
          <p:nvPr/>
        </p:nvSpPr>
        <p:spPr>
          <a:xfrm>
            <a:off x="8122920" y="1920240"/>
            <a:ext cx="33756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심사위원</a:t>
            </a:r>
            <a:endParaRPr lang="ko-KR" sz="1320" dirty="0"/>
          </a:p>
        </p:txBody>
      </p:sp>
      <p:sp>
        <p:nvSpPr>
          <p:cNvPr id="17" name="품질팀장 · 그룹장/PL"/>
          <p:cNvSpPr txBox="1"/>
          <p:nvPr/>
        </p:nvSpPr>
        <p:spPr>
          <a:xfrm>
            <a:off x="8122920" y="2225040"/>
            <a:ext cx="33756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380" dirty="0"/>
          </a:p>
        </p:txBody>
      </p:sp>
      <p:sp>
        <p:nvSpPr>
          <p:cNvPr id="18" name="발표 대회 프로그램"/>
          <p:cNvSpPr txBox="1"/>
          <p:nvPr/>
        </p:nvSpPr>
        <p:spPr>
          <a:xfrm>
            <a:off x="487680" y="2903220"/>
            <a:ext cx="5334000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대회 프로그램</a:t>
            </a:r>
            <a:endParaRPr lang="ko-KR" sz="1620" dirty="0"/>
          </a:p>
        </p:txBody>
      </p:sp>
      <p:sp>
        <p:nvSpPr>
          <p:cNvPr id="19" name="rect_17"/>
          <p:cNvSpPr/>
          <p:nvPr/>
        </p:nvSpPr>
        <p:spPr>
          <a:xfrm>
            <a:off x="10287000" y="2918460"/>
            <a:ext cx="1417320" cy="29718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0" name="약 90분 (안)"/>
          <p:cNvSpPr txBox="1"/>
          <p:nvPr/>
        </p:nvSpPr>
        <p:spPr>
          <a:xfrm>
            <a:off x="10287000" y="2959418"/>
            <a:ext cx="14173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90분 (안)</a:t>
            </a:r>
            <a:endParaRPr lang="ko-KR" sz="1260" dirty="0"/>
          </a:p>
        </p:txBody>
      </p:sp>
      <p:sp>
        <p:nvSpPr>
          <p:cNvPr id="21" name="line_19"/>
          <p:cNvSpPr/>
          <p:nvPr/>
        </p:nvSpPr>
        <p:spPr>
          <a:xfrm>
            <a:off x="1889760" y="3573780"/>
            <a:ext cx="8412480" cy="0"/>
          </a:xfrm>
          <a:prstGeom prst="line">
            <a:avLst/>
          </a:prstGeom>
          <a:noFill/>
          <a:ln w="3810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22" name="ellipse_20"/>
          <p:cNvSpPr/>
          <p:nvPr/>
        </p:nvSpPr>
        <p:spPr>
          <a:xfrm>
            <a:off x="169926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23" name="01"/>
          <p:cNvSpPr txBox="1"/>
          <p:nvPr/>
        </p:nvSpPr>
        <p:spPr>
          <a:xfrm>
            <a:off x="166878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20" dirty="0"/>
          </a:p>
        </p:txBody>
      </p:sp>
      <p:sp>
        <p:nvSpPr>
          <p:cNvPr id="24" name="개회사 · 도입 영상"/>
          <p:cNvSpPr txBox="1"/>
          <p:nvPr/>
        </p:nvSpPr>
        <p:spPr>
          <a:xfrm>
            <a:off x="65532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개회사 · 도입 영상</a:t>
            </a:r>
            <a:endParaRPr lang="ko-KR" sz="1560" dirty="0"/>
          </a:p>
        </p:txBody>
      </p:sp>
      <p:sp>
        <p:nvSpPr>
          <p:cNvPr id="25" name="5분"/>
          <p:cNvSpPr txBox="1"/>
          <p:nvPr/>
        </p:nvSpPr>
        <p:spPr>
          <a:xfrm>
            <a:off x="563880" y="4229100"/>
            <a:ext cx="2651760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98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ko-KR" sz="1980" dirty="0"/>
          </a:p>
        </p:txBody>
      </p:sp>
      <p:sp>
        <p:nvSpPr>
          <p:cNvPr id="26" name="사회자"/>
          <p:cNvSpPr txBox="1"/>
          <p:nvPr/>
        </p:nvSpPr>
        <p:spPr>
          <a:xfrm>
            <a:off x="56388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endParaRPr lang="ko-KR" sz="1260" dirty="0"/>
          </a:p>
        </p:txBody>
      </p:sp>
      <p:sp>
        <p:nvSpPr>
          <p:cNvPr id="27" name="ellipse_25"/>
          <p:cNvSpPr/>
          <p:nvPr/>
        </p:nvSpPr>
        <p:spPr>
          <a:xfrm>
            <a:off x="450342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28" name="02"/>
          <p:cNvSpPr txBox="1"/>
          <p:nvPr/>
        </p:nvSpPr>
        <p:spPr>
          <a:xfrm>
            <a:off x="447294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20" dirty="0"/>
          </a:p>
        </p:txBody>
      </p:sp>
      <p:sp>
        <p:nvSpPr>
          <p:cNvPr id="29" name="기조연설"/>
          <p:cNvSpPr txBox="1"/>
          <p:nvPr/>
        </p:nvSpPr>
        <p:spPr>
          <a:xfrm>
            <a:off x="345948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기조연설</a:t>
            </a:r>
            <a:endParaRPr lang="ko-KR" sz="1560" dirty="0"/>
          </a:p>
        </p:txBody>
      </p:sp>
      <p:sp>
        <p:nvSpPr>
          <p:cNvPr id="30" name="20분"/>
          <p:cNvSpPr txBox="1"/>
          <p:nvPr/>
        </p:nvSpPr>
        <p:spPr>
          <a:xfrm>
            <a:off x="3368040" y="4229100"/>
            <a:ext cx="2651760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98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ko-KR" sz="1980" dirty="0"/>
          </a:p>
        </p:txBody>
      </p:sp>
      <p:sp>
        <p:nvSpPr>
          <p:cNvPr id="31" name="품질팀장"/>
          <p:cNvSpPr txBox="1"/>
          <p:nvPr/>
        </p:nvSpPr>
        <p:spPr>
          <a:xfrm>
            <a:off x="336804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260" dirty="0"/>
          </a:p>
        </p:txBody>
      </p:sp>
      <p:sp>
        <p:nvSpPr>
          <p:cNvPr id="32" name="ellipse_30"/>
          <p:cNvSpPr/>
          <p:nvPr/>
        </p:nvSpPr>
        <p:spPr>
          <a:xfrm>
            <a:off x="730758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33" name="03"/>
          <p:cNvSpPr txBox="1"/>
          <p:nvPr/>
        </p:nvSpPr>
        <p:spPr>
          <a:xfrm>
            <a:off x="727710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20" dirty="0"/>
          </a:p>
        </p:txBody>
      </p:sp>
      <p:sp>
        <p:nvSpPr>
          <p:cNvPr id="34" name="본선 발표"/>
          <p:cNvSpPr txBox="1"/>
          <p:nvPr/>
        </p:nvSpPr>
        <p:spPr>
          <a:xfrm>
            <a:off x="626364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발표</a:t>
            </a:r>
            <a:endParaRPr lang="ko-KR" sz="1560" dirty="0"/>
          </a:p>
        </p:txBody>
      </p:sp>
      <p:sp>
        <p:nvSpPr>
          <p:cNvPr id="35" name="과제별 7분 + Q&amp;amp;A 2분"/>
          <p:cNvSpPr txBox="1"/>
          <p:nvPr/>
        </p:nvSpPr>
        <p:spPr>
          <a:xfrm>
            <a:off x="6172200" y="4229100"/>
            <a:ext cx="2651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7분 + Q&amp;A 2분</a:t>
            </a:r>
            <a:endParaRPr lang="ko-KR" sz="1500" dirty="0"/>
          </a:p>
        </p:txBody>
      </p:sp>
      <p:sp>
        <p:nvSpPr>
          <p:cNvPr id="36" name="발표자 · 우수 과제 5~7건"/>
          <p:cNvSpPr txBox="1"/>
          <p:nvPr/>
        </p:nvSpPr>
        <p:spPr>
          <a:xfrm>
            <a:off x="617220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· 우수 과제 5~7건</a:t>
            </a:r>
            <a:endParaRPr lang="ko-KR" sz="1260" dirty="0"/>
          </a:p>
        </p:txBody>
      </p:sp>
      <p:sp>
        <p:nvSpPr>
          <p:cNvPr id="37" name="ellipse_35"/>
          <p:cNvSpPr/>
          <p:nvPr/>
        </p:nvSpPr>
        <p:spPr>
          <a:xfrm>
            <a:off x="1011174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38" name="04"/>
          <p:cNvSpPr txBox="1"/>
          <p:nvPr/>
        </p:nvSpPr>
        <p:spPr>
          <a:xfrm>
            <a:off x="1008126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320" dirty="0"/>
          </a:p>
        </p:txBody>
      </p:sp>
      <p:sp>
        <p:nvSpPr>
          <p:cNvPr id="39" name="심사 · 시상"/>
          <p:cNvSpPr txBox="1"/>
          <p:nvPr/>
        </p:nvSpPr>
        <p:spPr>
          <a:xfrm>
            <a:off x="906780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 · 시상</a:t>
            </a:r>
            <a:endParaRPr lang="ko-KR" sz="1560" dirty="0"/>
          </a:p>
        </p:txBody>
      </p:sp>
      <p:sp>
        <p:nvSpPr>
          <p:cNvPr id="40" name="10분"/>
          <p:cNvSpPr txBox="1"/>
          <p:nvPr/>
        </p:nvSpPr>
        <p:spPr>
          <a:xfrm>
            <a:off x="8976360" y="4229100"/>
            <a:ext cx="2651760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98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ko-KR" sz="1980" dirty="0"/>
          </a:p>
        </p:txBody>
      </p:sp>
      <p:sp>
        <p:nvSpPr>
          <p:cNvPr id="41" name="품질팀장 · 그룹장/PL"/>
          <p:cNvSpPr txBox="1"/>
          <p:nvPr/>
        </p:nvSpPr>
        <p:spPr>
          <a:xfrm>
            <a:off x="897636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260" dirty="0"/>
          </a:p>
        </p:txBody>
      </p:sp>
      <p:sp>
        <p:nvSpPr>
          <p:cNvPr id="42" name="rect_40"/>
          <p:cNvSpPr/>
          <p:nvPr/>
        </p:nvSpPr>
        <p:spPr>
          <a:xfrm>
            <a:off x="487680" y="5173980"/>
            <a:ext cx="11216640" cy="121920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3" name="시상 부문"/>
          <p:cNvSpPr txBox="1"/>
          <p:nvPr/>
        </p:nvSpPr>
        <p:spPr>
          <a:xfrm>
            <a:off x="655320" y="5295900"/>
            <a:ext cx="102870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시상 부문</a:t>
            </a:r>
            <a:endParaRPr lang="ko-KR" sz="1260" dirty="0"/>
          </a:p>
        </p:txBody>
      </p:sp>
      <p:sp>
        <p:nvSpPr>
          <p:cNvPr id="44" name="line_42"/>
          <p:cNvSpPr/>
          <p:nvPr/>
        </p:nvSpPr>
        <p:spPr>
          <a:xfrm>
            <a:off x="726186" y="5723763"/>
            <a:ext cx="126492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5" name="line_43"/>
          <p:cNvSpPr/>
          <p:nvPr/>
        </p:nvSpPr>
        <p:spPr>
          <a:xfrm>
            <a:off x="726186" y="5723763"/>
            <a:ext cx="12649" cy="8854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6" name="line_44"/>
          <p:cNvSpPr/>
          <p:nvPr/>
        </p:nvSpPr>
        <p:spPr>
          <a:xfrm flipH="1">
            <a:off x="840029" y="5723763"/>
            <a:ext cx="12649" cy="8854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7" name="line_45"/>
          <p:cNvSpPr/>
          <p:nvPr/>
        </p:nvSpPr>
        <p:spPr>
          <a:xfrm>
            <a:off x="738835" y="5812307"/>
            <a:ext cx="50597" cy="3794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8" name="line_46"/>
          <p:cNvSpPr/>
          <p:nvPr/>
        </p:nvSpPr>
        <p:spPr>
          <a:xfrm flipH="1">
            <a:off x="789432" y="5812307"/>
            <a:ext cx="50597" cy="3794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9" name="line_47"/>
          <p:cNvSpPr/>
          <p:nvPr/>
        </p:nvSpPr>
        <p:spPr>
          <a:xfrm>
            <a:off x="789432" y="5850255"/>
            <a:ext cx="0" cy="5692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0" name="line_48"/>
          <p:cNvSpPr/>
          <p:nvPr/>
        </p:nvSpPr>
        <p:spPr>
          <a:xfrm>
            <a:off x="738835" y="5913501"/>
            <a:ext cx="101194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1" name="line_49"/>
          <p:cNvSpPr/>
          <p:nvPr/>
        </p:nvSpPr>
        <p:spPr>
          <a:xfrm flipH="1">
            <a:off x="688238" y="5749061"/>
            <a:ext cx="37948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2" name="line_50"/>
          <p:cNvSpPr/>
          <p:nvPr/>
        </p:nvSpPr>
        <p:spPr>
          <a:xfrm>
            <a:off x="688238" y="5749061"/>
            <a:ext cx="6325" cy="5692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3" name="line_51"/>
          <p:cNvSpPr/>
          <p:nvPr/>
        </p:nvSpPr>
        <p:spPr>
          <a:xfrm>
            <a:off x="694563" y="5805983"/>
            <a:ext cx="50597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4" name="line_52"/>
          <p:cNvSpPr/>
          <p:nvPr/>
        </p:nvSpPr>
        <p:spPr>
          <a:xfrm>
            <a:off x="852678" y="5749061"/>
            <a:ext cx="37948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5" name="line_53"/>
          <p:cNvSpPr/>
          <p:nvPr/>
        </p:nvSpPr>
        <p:spPr>
          <a:xfrm flipH="1">
            <a:off x="884301" y="5749061"/>
            <a:ext cx="6325" cy="5692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6" name="line_54"/>
          <p:cNvSpPr/>
          <p:nvPr/>
        </p:nvSpPr>
        <p:spPr>
          <a:xfrm flipH="1">
            <a:off x="833704" y="5805983"/>
            <a:ext cx="50597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7" name="과제 우수상"/>
          <p:cNvSpPr txBox="1"/>
          <p:nvPr/>
        </p:nvSpPr>
        <p:spPr>
          <a:xfrm>
            <a:off x="1028700" y="5615940"/>
            <a:ext cx="293370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우수상</a:t>
            </a:r>
            <a:endParaRPr lang="ko-KR" sz="1560" dirty="0"/>
          </a:p>
        </p:txBody>
      </p:sp>
      <p:sp>
        <p:nvSpPr>
          <p:cNvPr id="58" name="AI 과제 완성도 · 과제 성과"/>
          <p:cNvSpPr txBox="1"/>
          <p:nvPr/>
        </p:nvSpPr>
        <p:spPr>
          <a:xfrm>
            <a:off x="1028700" y="5951220"/>
            <a:ext cx="29337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과제 완성도 · 과제 성과</a:t>
            </a:r>
            <a:endParaRPr lang="ko-KR" sz="1260" dirty="0"/>
          </a:p>
        </p:txBody>
      </p:sp>
      <p:sp>
        <p:nvSpPr>
          <p:cNvPr id="59" name="line_57"/>
          <p:cNvSpPr/>
          <p:nvPr/>
        </p:nvSpPr>
        <p:spPr>
          <a:xfrm>
            <a:off x="4175760" y="5654040"/>
            <a:ext cx="0" cy="525780"/>
          </a:xfrm>
          <a:prstGeom prst="line">
            <a:avLst/>
          </a:prstGeom>
          <a:noFill/>
          <a:ln w="11430">
            <a:solidFill>
              <a:srgbClr val="C9DCF8"/>
            </a:solidFill>
            <a:prstDash val="solid"/>
            <a:headEnd type="none"/>
            <a:tailEnd type="none"/>
          </a:ln>
        </p:spPr>
      </p:sp>
      <p:sp>
        <p:nvSpPr>
          <p:cNvPr id="60" name="rect_58"/>
          <p:cNvSpPr/>
          <p:nvPr/>
        </p:nvSpPr>
        <p:spPr>
          <a:xfrm>
            <a:off x="4420743" y="5850255"/>
            <a:ext cx="37948" cy="69571"/>
          </a:xfrm>
          <a:prstGeom prst="rect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61" name="rect_59"/>
          <p:cNvSpPr/>
          <p:nvPr/>
        </p:nvSpPr>
        <p:spPr>
          <a:xfrm>
            <a:off x="4496638" y="5805983"/>
            <a:ext cx="37948" cy="113843"/>
          </a:xfrm>
          <a:prstGeom prst="rect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62" name="rect_60"/>
          <p:cNvSpPr/>
          <p:nvPr/>
        </p:nvSpPr>
        <p:spPr>
          <a:xfrm>
            <a:off x="4572533" y="5749061"/>
            <a:ext cx="37948" cy="170764"/>
          </a:xfrm>
          <a:prstGeom prst="rect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63" name="line_61"/>
          <p:cNvSpPr/>
          <p:nvPr/>
        </p:nvSpPr>
        <p:spPr>
          <a:xfrm flipV="1">
            <a:off x="4414418" y="5711114"/>
            <a:ext cx="164440" cy="8854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64" name="line_62"/>
          <p:cNvSpPr/>
          <p:nvPr/>
        </p:nvSpPr>
        <p:spPr>
          <a:xfrm>
            <a:off x="4540910" y="5711114"/>
            <a:ext cx="44272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65" name="line_63"/>
          <p:cNvSpPr/>
          <p:nvPr/>
        </p:nvSpPr>
        <p:spPr>
          <a:xfrm>
            <a:off x="4585183" y="5711114"/>
            <a:ext cx="0" cy="44272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66" name="개인 발전상"/>
          <p:cNvSpPr txBox="1"/>
          <p:nvPr/>
        </p:nvSpPr>
        <p:spPr>
          <a:xfrm>
            <a:off x="4762500" y="5615940"/>
            <a:ext cx="293370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발전상</a:t>
            </a:r>
            <a:endParaRPr lang="ko-KR" sz="1560" dirty="0"/>
          </a:p>
        </p:txBody>
      </p:sp>
      <p:sp>
        <p:nvSpPr>
          <p:cNvPr id="67" name="AI 활용 역량 향상"/>
          <p:cNvSpPr txBox="1"/>
          <p:nvPr/>
        </p:nvSpPr>
        <p:spPr>
          <a:xfrm>
            <a:off x="4762500" y="5951220"/>
            <a:ext cx="29337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 향상</a:t>
            </a:r>
            <a:endParaRPr lang="ko-KR" sz="1260" dirty="0"/>
          </a:p>
        </p:txBody>
      </p:sp>
      <p:sp>
        <p:nvSpPr>
          <p:cNvPr id="68" name="line_66"/>
          <p:cNvSpPr/>
          <p:nvPr/>
        </p:nvSpPr>
        <p:spPr>
          <a:xfrm>
            <a:off x="7901940" y="5654040"/>
            <a:ext cx="0" cy="525780"/>
          </a:xfrm>
          <a:prstGeom prst="line">
            <a:avLst/>
          </a:prstGeom>
          <a:noFill/>
          <a:ln w="11430">
            <a:solidFill>
              <a:srgbClr val="C9DCF8"/>
            </a:solidFill>
            <a:prstDash val="solid"/>
            <a:headEnd type="none"/>
            <a:tailEnd type="none"/>
          </a:ln>
        </p:spPr>
      </p:sp>
      <p:sp>
        <p:nvSpPr>
          <p:cNvPr id="69" name="ellipse_67"/>
          <p:cNvSpPr/>
          <p:nvPr/>
        </p:nvSpPr>
        <p:spPr>
          <a:xfrm>
            <a:off x="8217789" y="5723763"/>
            <a:ext cx="63246" cy="63246"/>
          </a:xfrm>
          <a:prstGeom prst="ellipse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70" name="ellipse_68"/>
          <p:cNvSpPr/>
          <p:nvPr/>
        </p:nvSpPr>
        <p:spPr>
          <a:xfrm>
            <a:off x="8135569" y="5761711"/>
            <a:ext cx="50597" cy="50597"/>
          </a:xfrm>
          <a:prstGeom prst="ellipse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71" name="ellipse_69"/>
          <p:cNvSpPr/>
          <p:nvPr/>
        </p:nvSpPr>
        <p:spPr>
          <a:xfrm>
            <a:off x="8312658" y="5761711"/>
            <a:ext cx="50597" cy="50597"/>
          </a:xfrm>
          <a:prstGeom prst="ellipse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72" name="line_70"/>
          <p:cNvSpPr/>
          <p:nvPr/>
        </p:nvSpPr>
        <p:spPr>
          <a:xfrm>
            <a:off x="8198815" y="5843930"/>
            <a:ext cx="0" cy="6957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3" name="line_71"/>
          <p:cNvSpPr/>
          <p:nvPr/>
        </p:nvSpPr>
        <p:spPr>
          <a:xfrm flipV="1">
            <a:off x="8198815" y="5818632"/>
            <a:ext cx="31623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4" name="line_72"/>
          <p:cNvSpPr/>
          <p:nvPr/>
        </p:nvSpPr>
        <p:spPr>
          <a:xfrm>
            <a:off x="8230438" y="5818632"/>
            <a:ext cx="37948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5" name="line_73"/>
          <p:cNvSpPr/>
          <p:nvPr/>
        </p:nvSpPr>
        <p:spPr>
          <a:xfrm>
            <a:off x="8268386" y="5818632"/>
            <a:ext cx="31623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6" name="line_74"/>
          <p:cNvSpPr/>
          <p:nvPr/>
        </p:nvSpPr>
        <p:spPr>
          <a:xfrm>
            <a:off x="8300009" y="5843930"/>
            <a:ext cx="0" cy="6957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7" name="line_75"/>
          <p:cNvSpPr/>
          <p:nvPr/>
        </p:nvSpPr>
        <p:spPr>
          <a:xfrm flipH="1">
            <a:off x="8122920" y="5843930"/>
            <a:ext cx="18974" cy="1897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8" name="line_76"/>
          <p:cNvSpPr/>
          <p:nvPr/>
        </p:nvSpPr>
        <p:spPr>
          <a:xfrm>
            <a:off x="8122920" y="5862904"/>
            <a:ext cx="0" cy="50597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9" name="line_77"/>
          <p:cNvSpPr/>
          <p:nvPr/>
        </p:nvSpPr>
        <p:spPr>
          <a:xfrm>
            <a:off x="8356930" y="5843930"/>
            <a:ext cx="18974" cy="1897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80" name="line_78"/>
          <p:cNvSpPr/>
          <p:nvPr/>
        </p:nvSpPr>
        <p:spPr>
          <a:xfrm>
            <a:off x="8375904" y="5862904"/>
            <a:ext cx="0" cy="50597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81" name="line_79"/>
          <p:cNvSpPr/>
          <p:nvPr/>
        </p:nvSpPr>
        <p:spPr>
          <a:xfrm>
            <a:off x="8205140" y="5913501"/>
            <a:ext cx="88544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82" name="조직 실천상"/>
          <p:cNvSpPr txBox="1"/>
          <p:nvPr/>
        </p:nvSpPr>
        <p:spPr>
          <a:xfrm>
            <a:off x="8496300" y="5615940"/>
            <a:ext cx="293370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실천상</a:t>
            </a:r>
            <a:endParaRPr lang="ko-KR" sz="1560" dirty="0"/>
          </a:p>
        </p:txBody>
      </p:sp>
      <p:sp>
        <p:nvSpPr>
          <p:cNvPr id="83" name="조직별 AI 활용 참여 · 확산"/>
          <p:cNvSpPr txBox="1"/>
          <p:nvPr/>
        </p:nvSpPr>
        <p:spPr>
          <a:xfrm>
            <a:off x="8496300" y="5951220"/>
            <a:ext cx="30099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AI 활용 참여 · 확산</a:t>
            </a:r>
            <a:endParaRPr lang="ko-KR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품질팀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02_블루_타임라인형</dc:title>
  <dc:subject>2026년 품질팀 AI 실행 결과 발표 대회 운영안</dc:subject>
  <dc:creator>품질팀</dc:creator>
  <cp:lastModifiedBy>품질팀</cp:lastModifiedBy>
  <cp:revision>1</cp:revision>
  <dcterms:created xsi:type="dcterms:W3CDTF">2026-10-13T02:24:31Z</dcterms:created>
  <dcterms:modified xsi:type="dcterms:W3CDTF">2026-10-13T02:24:31Z</dcterms:modified>
</cp:coreProperties>
</file>